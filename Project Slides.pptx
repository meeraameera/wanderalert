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71" r:id="rId3"/>
    <p:sldId id="286" r:id="rId4"/>
    <p:sldId id="284" r:id="rId5"/>
    <p:sldId id="285" r:id="rId6"/>
    <p:sldId id="275" r:id="rId7"/>
  </p:sldIdLst>
  <p:sldSz cx="18288000" cy="10287000"/>
  <p:notesSz cx="6858000" cy="9144000"/>
  <p:embeddedFontLst>
    <p:embeddedFont>
      <p:font typeface="Agrandir Medium" panose="020B0604020202020204" charset="0"/>
      <p:regular r:id="rId9"/>
    </p:embeddedFont>
    <p:embeddedFont>
      <p:font typeface="Hibernate" panose="02000503000000000000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4622" autoAdjust="0"/>
  </p:normalViewPr>
  <p:slideViewPr>
    <p:cSldViewPr>
      <p:cViewPr varScale="1">
        <p:scale>
          <a:sx n="65" d="100"/>
          <a:sy n="65" d="100"/>
        </p:scale>
        <p:origin x="37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ERA AMEERA BINTE ABDUL RAZAK" userId="5ad36552-dcbd-4d6b-9aac-6225fbf26ef0" providerId="ADAL" clId="{05ED5AFD-E9D5-46DB-B97B-63E656426C81}"/>
    <pc:docChg chg="undo custSel modSld">
      <pc:chgData name="MEERA AMEERA BINTE ABDUL RAZAK" userId="5ad36552-dcbd-4d6b-9aac-6225fbf26ef0" providerId="ADAL" clId="{05ED5AFD-E9D5-46DB-B97B-63E656426C81}" dt="2025-01-26T15:37:27.816" v="1303" actId="1076"/>
      <pc:docMkLst>
        <pc:docMk/>
      </pc:docMkLst>
      <pc:sldChg chg="modSp mod">
        <pc:chgData name="MEERA AMEERA BINTE ABDUL RAZAK" userId="5ad36552-dcbd-4d6b-9aac-6225fbf26ef0" providerId="ADAL" clId="{05ED5AFD-E9D5-46DB-B97B-63E656426C81}" dt="2025-01-26T15:37:27.816" v="1303" actId="1076"/>
        <pc:sldMkLst>
          <pc:docMk/>
          <pc:sldMk cId="0" sldId="256"/>
        </pc:sldMkLst>
      </pc:sldChg>
      <pc:sldChg chg="addSp delSp modSp mod">
        <pc:chgData name="MEERA AMEERA BINTE ABDUL RAZAK" userId="5ad36552-dcbd-4d6b-9aac-6225fbf26ef0" providerId="ADAL" clId="{05ED5AFD-E9D5-46DB-B97B-63E656426C81}" dt="2025-01-26T15:28:23.099" v="1164" actId="207"/>
        <pc:sldMkLst>
          <pc:docMk/>
          <pc:sldMk cId="0" sldId="257"/>
        </pc:sldMkLst>
      </pc:sldChg>
      <pc:sldChg chg="modSp mod">
        <pc:chgData name="MEERA AMEERA BINTE ABDUL RAZAK" userId="5ad36552-dcbd-4d6b-9aac-6225fbf26ef0" providerId="ADAL" clId="{05ED5AFD-E9D5-46DB-B97B-63E656426C81}" dt="2025-01-26T15:19:03.997" v="948" actId="20577"/>
        <pc:sldMkLst>
          <pc:docMk/>
          <pc:sldMk cId="3365518150" sldId="267"/>
        </pc:sldMkLst>
      </pc:sldChg>
      <pc:sldChg chg="modSp mod">
        <pc:chgData name="MEERA AMEERA BINTE ABDUL RAZAK" userId="5ad36552-dcbd-4d6b-9aac-6225fbf26ef0" providerId="ADAL" clId="{05ED5AFD-E9D5-46DB-B97B-63E656426C81}" dt="2025-01-26T15:11:11.381" v="693" actId="5793"/>
        <pc:sldMkLst>
          <pc:docMk/>
          <pc:sldMk cId="1619864207" sldId="268"/>
        </pc:sldMkLst>
      </pc:sldChg>
      <pc:sldChg chg="modSp mod">
        <pc:chgData name="MEERA AMEERA BINTE ABDUL RAZAK" userId="5ad36552-dcbd-4d6b-9aac-6225fbf26ef0" providerId="ADAL" clId="{05ED5AFD-E9D5-46DB-B97B-63E656426C81}" dt="2025-01-26T15:28:09.190" v="1163" actId="207"/>
        <pc:sldMkLst>
          <pc:docMk/>
          <pc:sldMk cId="4235389410" sldId="270"/>
        </pc:sldMkLst>
      </pc:sldChg>
      <pc:sldChg chg="modSp mod">
        <pc:chgData name="MEERA AMEERA BINTE ABDUL RAZAK" userId="5ad36552-dcbd-4d6b-9aac-6225fbf26ef0" providerId="ADAL" clId="{05ED5AFD-E9D5-46DB-B97B-63E656426C81}" dt="2025-01-26T15:21:00.185" v="994" actId="1076"/>
        <pc:sldMkLst>
          <pc:docMk/>
          <pc:sldMk cId="2092975576" sldId="271"/>
        </pc:sldMkLst>
      </pc:sldChg>
      <pc:sldChg chg="modSp mod">
        <pc:chgData name="MEERA AMEERA BINTE ABDUL RAZAK" userId="5ad36552-dcbd-4d6b-9aac-6225fbf26ef0" providerId="ADAL" clId="{05ED5AFD-E9D5-46DB-B97B-63E656426C81}" dt="2025-01-26T15:21:23.834" v="998" actId="1076"/>
        <pc:sldMkLst>
          <pc:docMk/>
          <pc:sldMk cId="249623554" sldId="272"/>
        </pc:sldMkLst>
      </pc:sldChg>
      <pc:sldChg chg="modSp mod">
        <pc:chgData name="MEERA AMEERA BINTE ABDUL RAZAK" userId="5ad36552-dcbd-4d6b-9aac-6225fbf26ef0" providerId="ADAL" clId="{05ED5AFD-E9D5-46DB-B97B-63E656426C81}" dt="2025-01-26T15:25:16.598" v="1135" actId="1076"/>
        <pc:sldMkLst>
          <pc:docMk/>
          <pc:sldMk cId="801980652" sldId="273"/>
        </pc:sldMkLst>
      </pc:sldChg>
      <pc:sldChg chg="modSp mod">
        <pc:chgData name="MEERA AMEERA BINTE ABDUL RAZAK" userId="5ad36552-dcbd-4d6b-9aac-6225fbf26ef0" providerId="ADAL" clId="{05ED5AFD-E9D5-46DB-B97B-63E656426C81}" dt="2025-01-26T15:30:18.928" v="1183" actId="207"/>
        <pc:sldMkLst>
          <pc:docMk/>
          <pc:sldMk cId="1837904030" sldId="275"/>
        </pc:sldMkLst>
      </pc:sldChg>
      <pc:sldChg chg="modSp mod">
        <pc:chgData name="MEERA AMEERA BINTE ABDUL RAZAK" userId="5ad36552-dcbd-4d6b-9aac-6225fbf26ef0" providerId="ADAL" clId="{05ED5AFD-E9D5-46DB-B97B-63E656426C81}" dt="2025-01-26T15:36:11.810" v="1276" actId="12"/>
        <pc:sldMkLst>
          <pc:docMk/>
          <pc:sldMk cId="444905527" sldId="276"/>
        </pc:sldMkLst>
      </pc:sldChg>
    </pc:docChg>
  </pc:docChgLst>
  <pc:docChgLst>
    <pc:chgData name="MEERA AMEERA BINTE ABDUL RAZAK" userId="5ad36552-dcbd-4d6b-9aac-6225fbf26ef0" providerId="ADAL" clId="{9D94ED29-A5A1-4E05-A0A2-34267CEF1DDF}"/>
    <pc:docChg chg="undo custSel addSld delSld modSld">
      <pc:chgData name="MEERA AMEERA BINTE ABDUL RAZAK" userId="5ad36552-dcbd-4d6b-9aac-6225fbf26ef0" providerId="ADAL" clId="{9D94ED29-A5A1-4E05-A0A2-34267CEF1DDF}" dt="2025-12-17T14:16:45.050" v="3" actId="20577"/>
      <pc:docMkLst>
        <pc:docMk/>
      </pc:docMkLst>
      <pc:sldChg chg="modSp mod">
        <pc:chgData name="MEERA AMEERA BINTE ABDUL RAZAK" userId="5ad36552-dcbd-4d6b-9aac-6225fbf26ef0" providerId="ADAL" clId="{9D94ED29-A5A1-4E05-A0A2-34267CEF1DDF}" dt="2025-12-17T14:16:45.050" v="3" actId="20577"/>
        <pc:sldMkLst>
          <pc:docMk/>
          <pc:sldMk cId="0" sldId="256"/>
        </pc:sldMkLst>
        <pc:spChg chg="mod">
          <ac:chgData name="MEERA AMEERA BINTE ABDUL RAZAK" userId="5ad36552-dcbd-4d6b-9aac-6225fbf26ef0" providerId="ADAL" clId="{9D94ED29-A5A1-4E05-A0A2-34267CEF1DDF}" dt="2025-12-17T14:16:45.050" v="3" actId="20577"/>
          <ac:spMkLst>
            <pc:docMk/>
            <pc:sldMk cId="0" sldId="256"/>
            <ac:spMk id="6" creationId="{00000000-0000-0000-0000-000000000000}"/>
          </ac:spMkLst>
        </pc:spChg>
      </pc:sldChg>
      <pc:sldChg chg="add del">
        <pc:chgData name="MEERA AMEERA BINTE ABDUL RAZAK" userId="5ad36552-dcbd-4d6b-9aac-6225fbf26ef0" providerId="ADAL" clId="{9D94ED29-A5A1-4E05-A0A2-34267CEF1DDF}" dt="2025-12-17T14:16:43.141" v="2" actId="47"/>
        <pc:sldMkLst>
          <pc:docMk/>
          <pc:sldMk cId="444905527" sldId="276"/>
        </pc:sldMkLst>
      </pc:sldChg>
    </pc:docChg>
  </pc:docChgLst>
  <pc:docChgLst>
    <pc:chgData name="MEERA AMEERA BINTE ABDUL RAZAK" userId="5ad36552-dcbd-4d6b-9aac-6225fbf26ef0" providerId="ADAL" clId="{945186AB-EAE1-4514-99F6-77BC932FB987}"/>
    <pc:docChg chg="delSld modSld">
      <pc:chgData name="MEERA AMEERA BINTE ABDUL RAZAK" userId="5ad36552-dcbd-4d6b-9aac-6225fbf26ef0" providerId="ADAL" clId="{945186AB-EAE1-4514-99F6-77BC932FB987}" dt="2025-12-17T14:17:08.813" v="1" actId="47"/>
      <pc:docMkLst>
        <pc:docMk/>
      </pc:docMkLst>
      <pc:sldChg chg="modSp mod">
        <pc:chgData name="MEERA AMEERA BINTE ABDUL RAZAK" userId="5ad36552-dcbd-4d6b-9aac-6225fbf26ef0" providerId="ADAL" clId="{945186AB-EAE1-4514-99F6-77BC932FB987}" dt="2025-12-17T14:17:06.407" v="0" actId="20577"/>
        <pc:sldMkLst>
          <pc:docMk/>
          <pc:sldMk cId="0" sldId="256"/>
        </pc:sldMkLst>
        <pc:spChg chg="mod">
          <ac:chgData name="MEERA AMEERA BINTE ABDUL RAZAK" userId="5ad36552-dcbd-4d6b-9aac-6225fbf26ef0" providerId="ADAL" clId="{945186AB-EAE1-4514-99F6-77BC932FB987}" dt="2025-12-17T14:17:06.407" v="0" actId="20577"/>
          <ac:spMkLst>
            <pc:docMk/>
            <pc:sldMk cId="0" sldId="256"/>
            <ac:spMk id="6" creationId="{00000000-0000-0000-0000-000000000000}"/>
          </ac:spMkLst>
        </pc:spChg>
      </pc:sldChg>
      <pc:sldChg chg="del">
        <pc:chgData name="MEERA AMEERA BINTE ABDUL RAZAK" userId="5ad36552-dcbd-4d6b-9aac-6225fbf26ef0" providerId="ADAL" clId="{945186AB-EAE1-4514-99F6-77BC932FB987}" dt="2025-12-17T14:17:08.813" v="1" actId="47"/>
        <pc:sldMkLst>
          <pc:docMk/>
          <pc:sldMk cId="444905527" sldId="276"/>
        </pc:sldMkLst>
      </pc:sldChg>
    </pc:docChg>
  </pc:docChgLst>
  <pc:docChgLst>
    <pc:chgData name="MEERA AMEERA BINTE ABDUL RAZAK" userId="5ad36552-dcbd-4d6b-9aac-6225fbf26ef0" providerId="ADAL" clId="{51622ABD-2FCF-4948-AD2D-038BBBFD61D3}"/>
    <pc:docChg chg="undo custSel addSld delSld modSld sldOrd">
      <pc:chgData name="MEERA AMEERA BINTE ABDUL RAZAK" userId="5ad36552-dcbd-4d6b-9aac-6225fbf26ef0" providerId="ADAL" clId="{51622ABD-2FCF-4948-AD2D-038BBBFD61D3}" dt="2025-02-05T06:18:48.017" v="1408" actId="113"/>
      <pc:docMkLst>
        <pc:docMk/>
      </pc:docMkLst>
      <pc:sldChg chg="modSp mod">
        <pc:chgData name="MEERA AMEERA BINTE ABDUL RAZAK" userId="5ad36552-dcbd-4d6b-9aac-6225fbf26ef0" providerId="ADAL" clId="{51622ABD-2FCF-4948-AD2D-038BBBFD61D3}" dt="2025-02-05T05:14:28.429" v="11" actId="1076"/>
        <pc:sldMkLst>
          <pc:docMk/>
          <pc:sldMk cId="0" sldId="256"/>
        </pc:sldMkLst>
      </pc:sldChg>
      <pc:sldChg chg="del">
        <pc:chgData name="MEERA AMEERA BINTE ABDUL RAZAK" userId="5ad36552-dcbd-4d6b-9aac-6225fbf26ef0" providerId="ADAL" clId="{51622ABD-2FCF-4948-AD2D-038BBBFD61D3}" dt="2025-02-05T05:26:46.050" v="447" actId="47"/>
        <pc:sldMkLst>
          <pc:docMk/>
          <pc:sldMk cId="0" sldId="257"/>
        </pc:sldMkLst>
      </pc:sldChg>
      <pc:sldChg chg="del">
        <pc:chgData name="MEERA AMEERA BINTE ABDUL RAZAK" userId="5ad36552-dcbd-4d6b-9aac-6225fbf26ef0" providerId="ADAL" clId="{51622ABD-2FCF-4948-AD2D-038BBBFD61D3}" dt="2025-02-05T05:26:46.635" v="448" actId="47"/>
        <pc:sldMkLst>
          <pc:docMk/>
          <pc:sldMk cId="3365518150" sldId="267"/>
        </pc:sldMkLst>
      </pc:sldChg>
      <pc:sldChg chg="del">
        <pc:chgData name="MEERA AMEERA BINTE ABDUL RAZAK" userId="5ad36552-dcbd-4d6b-9aac-6225fbf26ef0" providerId="ADAL" clId="{51622ABD-2FCF-4948-AD2D-038BBBFD61D3}" dt="2025-02-05T05:26:47.222" v="449" actId="47"/>
        <pc:sldMkLst>
          <pc:docMk/>
          <pc:sldMk cId="1619864207" sldId="268"/>
        </pc:sldMkLst>
      </pc:sldChg>
      <pc:sldChg chg="del">
        <pc:chgData name="MEERA AMEERA BINTE ABDUL RAZAK" userId="5ad36552-dcbd-4d6b-9aac-6225fbf26ef0" providerId="ADAL" clId="{51622ABD-2FCF-4948-AD2D-038BBBFD61D3}" dt="2025-02-05T05:26:49.981" v="450" actId="47"/>
        <pc:sldMkLst>
          <pc:docMk/>
          <pc:sldMk cId="4235389410" sldId="270"/>
        </pc:sldMkLst>
      </pc:sldChg>
      <pc:sldChg chg="addSp delSp modSp mod">
        <pc:chgData name="MEERA AMEERA BINTE ABDUL RAZAK" userId="5ad36552-dcbd-4d6b-9aac-6225fbf26ef0" providerId="ADAL" clId="{51622ABD-2FCF-4948-AD2D-038BBBFD61D3}" dt="2025-02-05T05:57:18.356" v="844" actId="12"/>
        <pc:sldMkLst>
          <pc:docMk/>
          <pc:sldMk cId="2092975576" sldId="271"/>
        </pc:sldMkLst>
      </pc:sldChg>
      <pc:sldChg chg="addSp delSp modSp del mod">
        <pc:chgData name="MEERA AMEERA BINTE ABDUL RAZAK" userId="5ad36552-dcbd-4d6b-9aac-6225fbf26ef0" providerId="ADAL" clId="{51622ABD-2FCF-4948-AD2D-038BBBFD61D3}" dt="2025-02-05T05:40:31.350" v="484" actId="47"/>
        <pc:sldMkLst>
          <pc:docMk/>
          <pc:sldMk cId="249623554" sldId="272"/>
        </pc:sldMkLst>
      </pc:sldChg>
      <pc:sldChg chg="del">
        <pc:chgData name="MEERA AMEERA BINTE ABDUL RAZAK" userId="5ad36552-dcbd-4d6b-9aac-6225fbf26ef0" providerId="ADAL" clId="{51622ABD-2FCF-4948-AD2D-038BBBFD61D3}" dt="2025-02-05T05:21:52.844" v="214" actId="47"/>
        <pc:sldMkLst>
          <pc:docMk/>
          <pc:sldMk cId="801980652" sldId="273"/>
        </pc:sldMkLst>
      </pc:sldChg>
      <pc:sldChg chg="addSp delSp modSp mod">
        <pc:chgData name="MEERA AMEERA BINTE ABDUL RAZAK" userId="5ad36552-dcbd-4d6b-9aac-6225fbf26ef0" providerId="ADAL" clId="{51622ABD-2FCF-4948-AD2D-038BBBFD61D3}" dt="2025-02-05T05:17:42.386" v="39" actId="478"/>
        <pc:sldMkLst>
          <pc:docMk/>
          <pc:sldMk cId="1837904030" sldId="275"/>
        </pc:sldMkLst>
      </pc:sldChg>
      <pc:sldChg chg="modSp mod">
        <pc:chgData name="MEERA AMEERA BINTE ABDUL RAZAK" userId="5ad36552-dcbd-4d6b-9aac-6225fbf26ef0" providerId="ADAL" clId="{51622ABD-2FCF-4948-AD2D-038BBBFD61D3}" dt="2025-02-05T06:18:48.017" v="1408" actId="113"/>
        <pc:sldMkLst>
          <pc:docMk/>
          <pc:sldMk cId="444905527" sldId="276"/>
        </pc:sldMkLst>
      </pc:sldChg>
      <pc:sldChg chg="addSp delSp modSp add del mod">
        <pc:chgData name="MEERA AMEERA BINTE ABDUL RAZAK" userId="5ad36552-dcbd-4d6b-9aac-6225fbf26ef0" providerId="ADAL" clId="{51622ABD-2FCF-4948-AD2D-038BBBFD61D3}" dt="2025-02-05T06:08:10.878" v="1079" actId="47"/>
        <pc:sldMkLst>
          <pc:docMk/>
          <pc:sldMk cId="2004893080" sldId="277"/>
        </pc:sldMkLst>
      </pc:sldChg>
      <pc:sldChg chg="modSp add del mod">
        <pc:chgData name="MEERA AMEERA BINTE ABDUL RAZAK" userId="5ad36552-dcbd-4d6b-9aac-6225fbf26ef0" providerId="ADAL" clId="{51622ABD-2FCF-4948-AD2D-038BBBFD61D3}" dt="2025-02-05T05:40:31.793" v="485" actId="47"/>
        <pc:sldMkLst>
          <pc:docMk/>
          <pc:sldMk cId="3802638520" sldId="278"/>
        </pc:sldMkLst>
      </pc:sldChg>
      <pc:sldChg chg="modSp add del mod ord">
        <pc:chgData name="MEERA AMEERA BINTE ABDUL RAZAK" userId="5ad36552-dcbd-4d6b-9aac-6225fbf26ef0" providerId="ADAL" clId="{51622ABD-2FCF-4948-AD2D-038BBBFD61D3}" dt="2025-02-05T05:40:30.854" v="483" actId="47"/>
        <pc:sldMkLst>
          <pc:docMk/>
          <pc:sldMk cId="3064181915" sldId="279"/>
        </pc:sldMkLst>
      </pc:sldChg>
      <pc:sldChg chg="modSp add del mod">
        <pc:chgData name="MEERA AMEERA BINTE ABDUL RAZAK" userId="5ad36552-dcbd-4d6b-9aac-6225fbf26ef0" providerId="ADAL" clId="{51622ABD-2FCF-4948-AD2D-038BBBFD61D3}" dt="2025-02-05T05:40:32.282" v="486" actId="47"/>
        <pc:sldMkLst>
          <pc:docMk/>
          <pc:sldMk cId="3035279984" sldId="280"/>
        </pc:sldMkLst>
      </pc:sldChg>
      <pc:sldChg chg="modSp add del mod">
        <pc:chgData name="MEERA AMEERA BINTE ABDUL RAZAK" userId="5ad36552-dcbd-4d6b-9aac-6225fbf26ef0" providerId="ADAL" clId="{51622ABD-2FCF-4948-AD2D-038BBBFD61D3}" dt="2025-02-05T05:55:50.973" v="797" actId="47"/>
        <pc:sldMkLst>
          <pc:docMk/>
          <pc:sldMk cId="2207176651" sldId="281"/>
        </pc:sldMkLst>
      </pc:sldChg>
      <pc:sldChg chg="modSp add del mod ord">
        <pc:chgData name="MEERA AMEERA BINTE ABDUL RAZAK" userId="5ad36552-dcbd-4d6b-9aac-6225fbf26ef0" providerId="ADAL" clId="{51622ABD-2FCF-4948-AD2D-038BBBFD61D3}" dt="2025-02-05T05:40:47.238" v="493" actId="47"/>
        <pc:sldMkLst>
          <pc:docMk/>
          <pc:sldMk cId="4135471967" sldId="282"/>
        </pc:sldMkLst>
      </pc:sldChg>
      <pc:sldChg chg="modSp add del mod">
        <pc:chgData name="MEERA AMEERA BINTE ABDUL RAZAK" userId="5ad36552-dcbd-4d6b-9aac-6225fbf26ef0" providerId="ADAL" clId="{51622ABD-2FCF-4948-AD2D-038BBBFD61D3}" dt="2025-02-05T06:08:01.619" v="1078" actId="47"/>
        <pc:sldMkLst>
          <pc:docMk/>
          <pc:sldMk cId="1222340111" sldId="283"/>
        </pc:sldMkLst>
      </pc:sldChg>
      <pc:sldChg chg="modSp add mod">
        <pc:chgData name="MEERA AMEERA BINTE ABDUL RAZAK" userId="5ad36552-dcbd-4d6b-9aac-6225fbf26ef0" providerId="ADAL" clId="{51622ABD-2FCF-4948-AD2D-038BBBFD61D3}" dt="2025-02-05T06:06:03.648" v="992" actId="20577"/>
        <pc:sldMkLst>
          <pc:docMk/>
          <pc:sldMk cId="2767029846" sldId="284"/>
        </pc:sldMkLst>
      </pc:sldChg>
      <pc:sldChg chg="modSp add mod">
        <pc:chgData name="MEERA AMEERA BINTE ABDUL RAZAK" userId="5ad36552-dcbd-4d6b-9aac-6225fbf26ef0" providerId="ADAL" clId="{51622ABD-2FCF-4948-AD2D-038BBBFD61D3}" dt="2025-02-05T06:07:55.692" v="1077" actId="113"/>
        <pc:sldMkLst>
          <pc:docMk/>
          <pc:sldMk cId="430896495" sldId="285"/>
        </pc:sldMkLst>
      </pc:sldChg>
      <pc:sldChg chg="add del">
        <pc:chgData name="MEERA AMEERA BINTE ABDUL RAZAK" userId="5ad36552-dcbd-4d6b-9aac-6225fbf26ef0" providerId="ADAL" clId="{51622ABD-2FCF-4948-AD2D-038BBBFD61D3}" dt="2025-02-05T05:58:07.339" v="856"/>
        <pc:sldMkLst>
          <pc:docMk/>
          <pc:sldMk cId="1228417959" sldId="286"/>
        </pc:sldMkLst>
      </pc:sldChg>
      <pc:sldChg chg="add del">
        <pc:chgData name="MEERA AMEERA BINTE ABDUL RAZAK" userId="5ad36552-dcbd-4d6b-9aac-6225fbf26ef0" providerId="ADAL" clId="{51622ABD-2FCF-4948-AD2D-038BBBFD61D3}" dt="2025-02-05T05:58:14.025" v="858" actId="47"/>
        <pc:sldMkLst>
          <pc:docMk/>
          <pc:sldMk cId="2910966757" sldId="286"/>
        </pc:sldMkLst>
      </pc:sldChg>
      <pc:sldChg chg="addSp delSp modSp add mod">
        <pc:chgData name="MEERA AMEERA BINTE ABDUL RAZAK" userId="5ad36552-dcbd-4d6b-9aac-6225fbf26ef0" providerId="ADAL" clId="{51622ABD-2FCF-4948-AD2D-038BBBFD61D3}" dt="2025-02-05T06:03:55.708" v="957" actId="1076"/>
        <pc:sldMkLst>
          <pc:docMk/>
          <pc:sldMk cId="4101251912" sldId="2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F37D5C-B441-47D1-A4BE-E7FAED3C0857}" type="datetimeFigureOut">
              <a:rPr lang="en-SG" smtClean="0"/>
              <a:t>17/12/2025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59FA9-BF5E-4471-9E69-A18ED395CDB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3338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94803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0429" r="-70429"/>
            </a:stretch>
          </a:blipFill>
        </p:spPr>
        <p:txBody>
          <a:bodyPr/>
          <a:lstStyle/>
          <a:p>
            <a:endParaRPr lang="en-SG"/>
          </a:p>
        </p:txBody>
      </p:sp>
      <p:grpSp>
        <p:nvGrpSpPr>
          <p:cNvPr id="3" name="Group 3"/>
          <p:cNvGrpSpPr/>
          <p:nvPr/>
        </p:nvGrpSpPr>
        <p:grpSpPr>
          <a:xfrm>
            <a:off x="2632863" y="3096730"/>
            <a:ext cx="13022273" cy="2739378"/>
            <a:chOff x="0" y="0"/>
            <a:chExt cx="2990689" cy="62912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0689" cy="629124"/>
            </a:xfrm>
            <a:custGeom>
              <a:avLst/>
              <a:gdLst/>
              <a:ahLst/>
              <a:cxnLst/>
              <a:rect l="l" t="t" r="r" b="b"/>
              <a:pathLst>
                <a:path w="2990689" h="629124">
                  <a:moveTo>
                    <a:pt x="8918" y="0"/>
                  </a:moveTo>
                  <a:lnTo>
                    <a:pt x="2981772" y="0"/>
                  </a:lnTo>
                  <a:cubicBezTo>
                    <a:pt x="2986697" y="0"/>
                    <a:pt x="2990689" y="3993"/>
                    <a:pt x="2990689" y="8918"/>
                  </a:cubicBezTo>
                  <a:lnTo>
                    <a:pt x="2990689" y="620207"/>
                  </a:lnTo>
                  <a:cubicBezTo>
                    <a:pt x="2990689" y="625132"/>
                    <a:pt x="2986697" y="629124"/>
                    <a:pt x="2981772" y="629124"/>
                  </a:cubicBezTo>
                  <a:lnTo>
                    <a:pt x="8918" y="629124"/>
                  </a:lnTo>
                  <a:cubicBezTo>
                    <a:pt x="3993" y="629124"/>
                    <a:pt x="0" y="625132"/>
                    <a:pt x="0" y="620207"/>
                  </a:cubicBezTo>
                  <a:lnTo>
                    <a:pt x="0" y="8918"/>
                  </a:lnTo>
                  <a:cubicBezTo>
                    <a:pt x="0" y="3993"/>
                    <a:pt x="3993" y="0"/>
                    <a:pt x="8918" y="0"/>
                  </a:cubicBezTo>
                  <a:close/>
                </a:path>
              </a:pathLst>
            </a:custGeom>
            <a:solidFill>
              <a:srgbClr val="FFE4B4"/>
            </a:solidFill>
          </p:spPr>
          <p:txBody>
            <a:bodyPr/>
            <a:lstStyle/>
            <a:p>
              <a:endParaRPr lang="en-SG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2990689" cy="6386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842731" y="6438900"/>
            <a:ext cx="8602534" cy="683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29"/>
              </a:lnSpc>
            </a:pPr>
            <a:r>
              <a:rPr lang="en-US" sz="4000" b="1" dirty="0">
                <a:ea typeface="Agrandir Medium"/>
                <a:cs typeface="Agrandir Medium"/>
                <a:sym typeface="Agrandir Medium"/>
              </a:rPr>
              <a:t>Meera Ameera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16430" y="3907073"/>
            <a:ext cx="12043743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7000" b="1" dirty="0" err="1">
                <a:ea typeface="Hibernate"/>
                <a:cs typeface="Hibernate"/>
                <a:sym typeface="Hibernate"/>
              </a:rPr>
              <a:t>WanderAlert</a:t>
            </a:r>
            <a:endParaRPr lang="en-US" sz="7000" b="1" dirty="0">
              <a:ea typeface="Hibernate"/>
              <a:cs typeface="Hibernate"/>
              <a:sym typeface="Hibernat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0429" r="-70429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6" name="TextBox 6"/>
          <p:cNvSpPr txBox="1"/>
          <p:nvPr/>
        </p:nvSpPr>
        <p:spPr>
          <a:xfrm>
            <a:off x="-1018214" y="318916"/>
            <a:ext cx="20324426" cy="1679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5720"/>
              </a:lnSpc>
              <a:spcBef>
                <a:spcPct val="0"/>
              </a:spcBef>
            </a:pPr>
            <a:r>
              <a:rPr lang="en-SG" sz="5000" b="1" dirty="0"/>
              <a:t>Project Objectives</a:t>
            </a:r>
            <a:endParaRPr lang="en-US" sz="5000" b="1" dirty="0">
              <a:solidFill>
                <a:srgbClr val="404040"/>
              </a:solidFill>
              <a:ea typeface="Hibernate"/>
              <a:cs typeface="Hibernate"/>
              <a:sym typeface="Hibernat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43ED88-65F2-295E-2822-4378FB6F3147}"/>
              </a:ext>
            </a:extLst>
          </p:cNvPr>
          <p:cNvSpPr txBox="1"/>
          <p:nvPr/>
        </p:nvSpPr>
        <p:spPr>
          <a:xfrm>
            <a:off x="800099" y="3238500"/>
            <a:ext cx="166878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1. Enhance Safety for Individuals with Dementia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Prevent wandering incidents by monitoring door activity and verifying the individual through facial recognition.</a:t>
            </a:r>
          </a:p>
          <a:p>
            <a:endParaRPr lang="en-US" sz="3000" dirty="0"/>
          </a:p>
          <a:p>
            <a:r>
              <a:rPr lang="en-US" sz="3000" b="1" dirty="0"/>
              <a:t>2. Alleviate Caregiver Burdens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Reduce the stress of constant supervision by providing real-time alerts for potential wandering events.</a:t>
            </a:r>
          </a:p>
          <a:p>
            <a:endParaRPr lang="en-US" sz="3000" dirty="0"/>
          </a:p>
          <a:p>
            <a:r>
              <a:rPr lang="en-US" sz="3000" b="1" dirty="0"/>
              <a:t>3. Provide Timely Alerts for Caregivers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Utilize AWS Simple Notification Service (SNS) to notify caregivers immediately when wandering is detected.</a:t>
            </a:r>
            <a:endParaRPr lang="en-SG" sz="3000" dirty="0"/>
          </a:p>
        </p:txBody>
      </p:sp>
    </p:spTree>
    <p:extLst>
      <p:ext uri="{BB962C8B-B14F-4D97-AF65-F5344CB8AC3E}">
        <p14:creationId xmlns:p14="http://schemas.microsoft.com/office/powerpoint/2010/main" val="2092975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0429" r="-70429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6" name="TextBox 6"/>
          <p:cNvSpPr txBox="1"/>
          <p:nvPr/>
        </p:nvSpPr>
        <p:spPr>
          <a:xfrm>
            <a:off x="-1018214" y="318916"/>
            <a:ext cx="20324426" cy="1679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5720"/>
              </a:lnSpc>
              <a:spcBef>
                <a:spcPct val="0"/>
              </a:spcBef>
            </a:pPr>
            <a:r>
              <a:rPr lang="en-SG" sz="5000" b="1" dirty="0"/>
              <a:t>AWS </a:t>
            </a:r>
            <a:r>
              <a:rPr lang="en-SG" sz="5000" b="1" dirty="0">
                <a:ea typeface="SimSun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SG" sz="5000" b="1" dirty="0">
                <a:effectLst/>
                <a:ea typeface="SimSun" panose="02010600030101010101" pitchFamily="2" charset="-122"/>
                <a:cs typeface="Times New Roman" panose="02020603050405020304" pitchFamily="18" charset="0"/>
              </a:rPr>
              <a:t>rchitecture </a:t>
            </a:r>
            <a:r>
              <a:rPr lang="en-SG" sz="5000" b="1" dirty="0">
                <a:ea typeface="SimSun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SG" sz="5000" b="1" dirty="0">
                <a:effectLst/>
                <a:ea typeface="SimSun" panose="02010600030101010101" pitchFamily="2" charset="-122"/>
                <a:cs typeface="Times New Roman" panose="02020603050405020304" pitchFamily="18" charset="0"/>
              </a:rPr>
              <a:t>iagram </a:t>
            </a:r>
            <a:endParaRPr lang="en-US" sz="5000" b="1" dirty="0">
              <a:solidFill>
                <a:srgbClr val="404040"/>
              </a:solidFill>
              <a:ea typeface="Hibernate"/>
              <a:cs typeface="Hibernate"/>
              <a:sym typeface="Hibernate"/>
            </a:endParaRPr>
          </a:p>
        </p:txBody>
      </p:sp>
      <p:pic>
        <p:nvPicPr>
          <p:cNvPr id="3" name="Picture 2" descr="A diagram of a computer system&#10;&#10;Description automatically generated">
            <a:extLst>
              <a:ext uri="{FF2B5EF4-FFF2-40B4-BE49-F238E27FC236}">
                <a16:creationId xmlns:a16="http://schemas.microsoft.com/office/drawing/2014/main" id="{8F62B98C-5FCB-B379-925E-FC63CE2344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310" y="2476500"/>
            <a:ext cx="11529378" cy="72221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01251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0429" r="-70429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6" name="TextBox 6"/>
          <p:cNvSpPr txBox="1"/>
          <p:nvPr/>
        </p:nvSpPr>
        <p:spPr>
          <a:xfrm>
            <a:off x="-1018214" y="318916"/>
            <a:ext cx="20324426" cy="1679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5720"/>
              </a:lnSpc>
              <a:spcBef>
                <a:spcPct val="0"/>
              </a:spcBef>
            </a:pPr>
            <a:r>
              <a:rPr lang="en-SG" sz="5000" b="1" dirty="0"/>
              <a:t>Services Used</a:t>
            </a:r>
            <a:endParaRPr lang="en-US" sz="5000" b="1" dirty="0">
              <a:solidFill>
                <a:srgbClr val="404040"/>
              </a:solidFill>
              <a:ea typeface="Hibernate"/>
              <a:cs typeface="Hibernate"/>
              <a:sym typeface="Hibernat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43ED88-65F2-295E-2822-4378FB6F3147}"/>
              </a:ext>
            </a:extLst>
          </p:cNvPr>
          <p:cNvSpPr txBox="1"/>
          <p:nvPr/>
        </p:nvSpPr>
        <p:spPr>
          <a:xfrm>
            <a:off x="800099" y="2476500"/>
            <a:ext cx="166878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1. IoT 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Used to </a:t>
            </a:r>
            <a:r>
              <a:rPr lang="en-US" sz="3000" b="1" dirty="0"/>
              <a:t>publish sensor data</a:t>
            </a:r>
            <a:r>
              <a:rPr lang="en-US" sz="3000" dirty="0"/>
              <a:t> (door status and timestamp)</a:t>
            </a:r>
          </a:p>
          <a:p>
            <a:pPr marL="457200" indent="-457200">
              <a:buFontTx/>
              <a:buChar char="-"/>
            </a:pPr>
            <a:endParaRPr lang="en-US" sz="3000" dirty="0"/>
          </a:p>
          <a:p>
            <a:r>
              <a:rPr lang="en-US" sz="3000" b="1" dirty="0"/>
              <a:t>2. SNS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/>
              <a:t>Send </a:t>
            </a:r>
            <a:r>
              <a:rPr lang="en-US" sz="3000" b="1" dirty="0"/>
              <a:t>alerts </a:t>
            </a:r>
            <a:r>
              <a:rPr lang="en-US" sz="3000" dirty="0"/>
              <a:t>to caregivers if an event is triggered, such as when the door is open and a recognized face was detected</a:t>
            </a:r>
          </a:p>
          <a:p>
            <a:pPr marL="342900" indent="-342900">
              <a:buFontTx/>
              <a:buChar char="-"/>
            </a:pPr>
            <a:endParaRPr lang="en-US" sz="3000" dirty="0"/>
          </a:p>
          <a:p>
            <a:r>
              <a:rPr lang="en-US" sz="3000" b="1" dirty="0"/>
              <a:t>3. Lambda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b="1" dirty="0"/>
              <a:t>Processes login requests, do the facial recognition </a:t>
            </a:r>
            <a:r>
              <a:rPr lang="en-US" sz="3000" dirty="0"/>
              <a:t>and</a:t>
            </a:r>
            <a:r>
              <a:rPr lang="en-US" sz="3000" b="1" dirty="0"/>
              <a:t> fetching logs</a:t>
            </a:r>
            <a:r>
              <a:rPr lang="en-US" sz="3000" dirty="0"/>
              <a:t> from DynamoDB.</a:t>
            </a:r>
          </a:p>
          <a:p>
            <a:endParaRPr lang="en-US" sz="3000" dirty="0"/>
          </a:p>
          <a:p>
            <a:r>
              <a:rPr lang="en-US" sz="3000" b="1" dirty="0"/>
              <a:t>4. API Gateway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Handles user authentication (login) requests by receiving email and password from the client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Triggers a Lambda function to validate the credentials by checking DynamoDB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Handles requests to fetch event logs </a:t>
            </a:r>
          </a:p>
        </p:txBody>
      </p:sp>
    </p:spTree>
    <p:extLst>
      <p:ext uri="{BB962C8B-B14F-4D97-AF65-F5344CB8AC3E}">
        <p14:creationId xmlns:p14="http://schemas.microsoft.com/office/powerpoint/2010/main" val="2767029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0429" r="-70429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6" name="TextBox 6"/>
          <p:cNvSpPr txBox="1"/>
          <p:nvPr/>
        </p:nvSpPr>
        <p:spPr>
          <a:xfrm>
            <a:off x="-1018214" y="318916"/>
            <a:ext cx="20324426" cy="1679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5720"/>
              </a:lnSpc>
              <a:spcBef>
                <a:spcPct val="0"/>
              </a:spcBef>
            </a:pPr>
            <a:r>
              <a:rPr lang="en-SG" sz="5000" b="1" dirty="0"/>
              <a:t>Services Used</a:t>
            </a:r>
            <a:endParaRPr lang="en-US" sz="5000" b="1" dirty="0">
              <a:solidFill>
                <a:srgbClr val="404040"/>
              </a:solidFill>
              <a:ea typeface="Hibernate"/>
              <a:cs typeface="Hibernate"/>
              <a:sym typeface="Hibernat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43ED88-65F2-295E-2822-4378FB6F3147}"/>
              </a:ext>
            </a:extLst>
          </p:cNvPr>
          <p:cNvSpPr txBox="1"/>
          <p:nvPr/>
        </p:nvSpPr>
        <p:spPr>
          <a:xfrm>
            <a:off x="800099" y="2476500"/>
            <a:ext cx="16687800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5. DynamoDB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Stores logs and event data (like door events and timestamps)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/>
          </a:p>
          <a:p>
            <a:r>
              <a:rPr lang="en-US" sz="3000" b="1" dirty="0"/>
              <a:t>6. S3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Stores </a:t>
            </a:r>
            <a:r>
              <a:rPr lang="en-US" sz="3000" b="1" dirty="0"/>
              <a:t>images of events</a:t>
            </a:r>
            <a:r>
              <a:rPr lang="en-US" sz="3000" dirty="0"/>
              <a:t> triggered by door sensors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 image files are linked to logs that are retrieved when displaying logs in the app.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/>
          </a:p>
          <a:p>
            <a:r>
              <a:rPr lang="en-US" sz="3000" b="1" dirty="0"/>
              <a:t>7. </a:t>
            </a:r>
            <a:r>
              <a:rPr lang="en-US" sz="3000" b="1" dirty="0" err="1"/>
              <a:t>Rekognition</a:t>
            </a:r>
            <a:endParaRPr lang="en-US" sz="3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Used for </a:t>
            </a:r>
            <a:r>
              <a:rPr lang="en-US" sz="3000" b="1" dirty="0"/>
              <a:t>facial recognition</a:t>
            </a:r>
            <a:r>
              <a:rPr lang="en-US" sz="3000" dirty="0"/>
              <a:t> to detect and identify individuals near the door.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/>
          </a:p>
          <a:p>
            <a:r>
              <a:rPr lang="en-US" sz="3000" b="1" dirty="0"/>
              <a:t>8. Amplify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Host the website.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30896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0429" r="-70429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6" name="TextBox 6"/>
          <p:cNvSpPr txBox="1"/>
          <p:nvPr/>
        </p:nvSpPr>
        <p:spPr>
          <a:xfrm>
            <a:off x="-1018215" y="-108522"/>
            <a:ext cx="20324426" cy="167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720"/>
              </a:lnSpc>
              <a:spcBef>
                <a:spcPct val="0"/>
              </a:spcBef>
            </a:pPr>
            <a:r>
              <a:rPr lang="en-SG" sz="5000" b="1" dirty="0"/>
              <a:t>Website</a:t>
            </a:r>
            <a:endParaRPr lang="en-US" sz="5000" b="1" dirty="0">
              <a:solidFill>
                <a:srgbClr val="404040"/>
              </a:solidFill>
              <a:ea typeface="Hibernate"/>
              <a:cs typeface="Hibernate"/>
              <a:sym typeface="Hibernate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70D98E-263E-E93C-5984-D5F661928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695" y="1689293"/>
            <a:ext cx="16112605" cy="80646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37904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240</Words>
  <Application>Microsoft Office PowerPoint</Application>
  <PresentationFormat>Custom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SimSun</vt:lpstr>
      <vt:lpstr>Agrandir Medium</vt:lpstr>
      <vt:lpstr>Arial</vt:lpstr>
      <vt:lpstr>Hibernate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Slides_2302448B_Meera Ameera</dc:title>
  <cp:lastModifiedBy>MEERA AMEERA BINTE ABDUL RAZAK</cp:lastModifiedBy>
  <cp:revision>2</cp:revision>
  <dcterms:created xsi:type="dcterms:W3CDTF">2006-08-16T00:00:00Z</dcterms:created>
  <dcterms:modified xsi:type="dcterms:W3CDTF">2025-12-17T14:17:10Z</dcterms:modified>
  <dc:identifier>DAGdS_4QXX4</dc:identifier>
</cp:coreProperties>
</file>